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FVS–Modern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Calibration of CONUS–Wide Growth Equations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16.2 Million FIA Tree Records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971800"/>
            <a:ext cx="2743200" cy="0"/>
          </a:xfrm>
          <a:prstGeom prst="line">
            <a:avLst/>
          </a:prstGeom>
          <a:noFill/>
          <a:ln w="25400">
            <a:solidFill>
              <a:srgbClr val="7BA0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46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Greg Johnson  ·  David Marshall  ·  Aaron Weiskittel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GMUG Keynote  |  April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0" y="4206240"/>
            <a:ext cx="3474720" cy="777240"/>
          </a:xfrm>
          <a:prstGeom prst="rect">
            <a:avLst/>
          </a:prstGeom>
          <a:solidFill>
            <a:srgbClr val="1B2A4A"/>
          </a:solidFill>
          <a:ln w="6350">
            <a:solidFill>
              <a:srgbClr val="6B7B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0" y="4343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</a:rPr>
              <a:t>25</a:t>
            </a:r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</a:rPr>
              <a:t> Variants   </a:t>
            </a:r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</a:rPr>
              <a:t>435K</a:t>
            </a:r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</a:rPr>
              <a:t> Conditions   </a:t>
            </a:r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</a:rPr>
              <a:t>6.5</a:t>
            </a:r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</a:rPr>
              <a:t> yr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Stand–Level Validation: Calibrated vs Default FVS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393192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Performance (19 Variants)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37490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05840"/>
                <a:gridCol w="1188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RMSE (ft²/ac)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Equivalence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 (CFGRS) 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 (BFNET) 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977640"/>
            <a:ext cx="3931920" cy="50292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3977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model improves BA prediction in all 19 variants tested</a:t>
            </a:r>
            <a:endParaRPr lang="en-US" sz="1200" dirty="0"/>
          </a:p>
        </p:txBody>
      </p:sp>
      <p:pic>
        <p:nvPicPr>
          <p:cNvPr id="9" name="Image 0" descr="/sessions/cool-relaxed-goldberg/mnt/fvs-modern/calibration/output/comparisons/manuscript_figures/13_r2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868680"/>
            <a:ext cx="4297680" cy="361188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10" name="Text 6"/>
          <p:cNvSpPr/>
          <p:nvPr/>
        </p:nvSpPr>
        <p:spPr>
          <a:xfrm>
            <a:off x="4572000" y="4526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across variants and metrics: Calibrated (left) vs Default (right)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Johnson, Marshall &amp; Weiskittel  |  GMUG 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 Benchmark: Where Does Calibration Help Most?</a:t>
            </a:r>
            <a:endParaRPr lang="en-US" sz="2400" dirty="0"/>
          </a:p>
        </p:txBody>
      </p:sp>
      <p:pic>
        <p:nvPicPr>
          <p:cNvPr id="3" name="Image 0" descr="/sessions/cool-relaxed-goldberg/mnt/fvs-modern/calibration/output/comparisons/manuscript_figures/pctrmse_composite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5303520" cy="384048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760720" y="822960"/>
            <a:ext cx="31089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760720" y="822960"/>
            <a:ext cx="310896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760720" y="822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Next Steps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0" y="13258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gains in South (SN), Northeast, and Lake States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improvements exceed BA due to combined DG + HD calibration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SDImax Bayesian estimates average 23% lower than FVS defaults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index inconsistency is the dominant remaining challenge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3383280"/>
            <a:ext cx="2560320" cy="0"/>
          </a:xfrm>
          <a:prstGeom prst="line">
            <a:avLst/>
          </a:prstGeom>
          <a:noFill/>
          <a:ln w="19050">
            <a:solidFill>
              <a:srgbClr val="7BA0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37490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SI with universal productivity metric (ClimateSI, RS)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SN sub–region analysis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collaboration via GitHub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Johnson, Marshall &amp; Weiskittel  |  GMUG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FVS-Modern: Bayesian Calibration Results</dc:title>
  <dc:subject>PptxGenJS Presentation</dc:subject>
  <dc:creator>Greg Johnson, David Marshall, Aaron Weiskittel</dc:creator>
  <cp:lastModifiedBy>Greg Johnson, David Marshall, Aaron Weiskittel</cp:lastModifiedBy>
  <cp:revision>1</cp:revision>
  <dcterms:created xsi:type="dcterms:W3CDTF">2026-04-08T22:41:28Z</dcterms:created>
  <dcterms:modified xsi:type="dcterms:W3CDTF">2026-04-08T22:41:28Z</dcterms:modified>
</cp:coreProperties>
</file>