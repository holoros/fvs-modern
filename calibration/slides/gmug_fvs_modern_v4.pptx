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FVS-Modern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Calibration of the Forest Vegetation Simulator Across CONUS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31520" y="3291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5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Greg Johnson  |  David Marshall  |  Aaron Weiskittel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749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A9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GMUG Meeting  |  April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97BC6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Calibration Workflow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60120"/>
            <a:ext cx="8595360" cy="3840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16.2M FIA trees  |  435K condition pairs  |  25 FVS variants  |  Bayesian posteriors via Stan/ADVI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Performance by Variant and Component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14400"/>
            <a:ext cx="5029200" cy="3931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669280" y="1005840"/>
            <a:ext cx="32004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A1E"/>
                </a:solidFill>
              </a:rPr>
              <a:t>25 variants calibrated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H-D strongest component (R² = 0.75–0.90)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1E"/>
                </a:solidFill>
              </a:rPr>
              <a:t>Mortality AUC 0.66–0.93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Large-tree U-shaped mortality now captured in most variants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1E"/>
                </a:solidFill>
              </a:rPr>
              <a:t>Crown ratio weakest (R² = 0.14–0.38)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Observed CR used at initialization; only change modeled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3A1E"/>
                </a:solidFill>
              </a:rPr>
              <a:t>DG R² = 0.30–0.69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Shared 13-covariate Wykoff ln(DDS) equation with species random effects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Stand-Level Validation: FIA Benchmark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868680"/>
            <a:ext cx="859536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observed BA for 435K FIA condition pairs. Calibrated (blue) outperforms default (gold) in RMSE, R², and equivalence across all 19 tested variants.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 RMSE with Bootstrap Confidence Intervals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32918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4343400"/>
            <a:ext cx="3840480" cy="640080"/>
          </a:xfrm>
          <a:prstGeom prst="rect">
            <a:avLst>
              <a:gd name="adj" fmla="val 7143"/>
            </a:avLst>
          </a:prstGeom>
          <a:solidFill>
            <a:srgbClr val="2C5F2D">
              <a:alpha val="9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4389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Calibrated RMSE: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15–60 ft²/ac with narrow CIs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754880" y="4343400"/>
            <a:ext cx="3931920" cy="640080"/>
          </a:xfrm>
          <a:prstGeom prst="rect">
            <a:avLst>
              <a:gd name="adj" fmla="val 7143"/>
            </a:avLst>
          </a:prstGeom>
          <a:solidFill>
            <a:srgbClr val="2C5F2D">
              <a:alpha val="90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4846320" y="438912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Default (orange ×) </a:t>
            </a:r>
            <a:pPr indent="0" marL="0">
              <a:buNone/>
            </a:pPr>
            <a:r>
              <a:rPr lang="en-US" sz="1300" dirty="0">
                <a:solidFill>
                  <a:srgbClr val="F5F5F0"/>
                </a:solidFill>
              </a:rPr>
              <a:t>often outside calibrated 95% CI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50-Year Projections: Uncertainty Quantification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868680"/>
            <a:ext cx="8869680" cy="3977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 bands = 95% credible interval from Bayesian posteriors. Default FVS (red) frequently falls outside the calibrated CI, particularly in western variants.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3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Remaining Gaps and the Path Forward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Needs Work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PAI predictions poor without ingrowth model</a:t>
            </a:r>
            <a:endParaRPr lang="en-US" sz="1300" dirty="0"/>
          </a:p>
          <a:p>
            <a:pPr lvl="1" indent="0" marL="0">
              <a:buNone/>
            </a:pPr>
            <a:r>
              <a:rPr lang="en-US" sz="1100" i="1" dirty="0">
                <a:solidFill>
                  <a:srgbClr val="2C5F2D"/>
                </a:solidFill>
              </a:rPr>
              <a:t>→ Now addressed with empirical FIA ingrowth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SN variant remains weakest (R² = 0.52)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Crown ratio modeling limited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Site index inconsistencies across FIA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100584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3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0" y="155448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Ingrowth model from FIA PREV_TRE_CN  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Large-tree mortality via DBH quadratic  ✓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Alternative productivity variables (ClimateSI, 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SN sub-region analysis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Open collaboration via GitHub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371600" y="4206240"/>
            <a:ext cx="6400800" cy="777240"/>
          </a:xfrm>
          <a:prstGeom prst="rect">
            <a:avLst/>
          </a:prstGeom>
          <a:solidFill>
            <a:srgbClr val="1E3A1E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4206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single growth module capable of projecting any species anywhere in CONUS.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FVS-Modern: CONUS-Wide Bayesian Calibration of FVS</dc:title>
  <dc:subject>PptxGenJS Presentation</dc:subject>
  <dc:creator>Aaron Weiskittel, Greg Johnson, David Marshall</dc:creator>
  <cp:lastModifiedBy>Aaron Weiskittel, Greg Johnson, David Marshall</cp:lastModifiedBy>
  <cp:revision>1</cp:revision>
  <dcterms:created xsi:type="dcterms:W3CDTF">2026-04-09T16:33:52Z</dcterms:created>
  <dcterms:modified xsi:type="dcterms:W3CDTF">2026-04-09T16:33:52Z</dcterms:modified>
</cp:coreProperties>
</file>